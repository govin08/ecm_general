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3"/>
  </p:notesMasterIdLst>
  <p:handoutMasterIdLst>
    <p:handoutMasterId r:id="rId4"/>
  </p:handoutMasterIdLst>
  <p:sldIdLst>
    <p:sldId id="9732" r:id="rId2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38F15"/>
    <a:srgbClr val="3072C2"/>
    <a:srgbClr val="FFFFCC"/>
    <a:srgbClr val="31859C"/>
    <a:srgbClr val="325F96"/>
    <a:srgbClr val="EE541E"/>
    <a:srgbClr val="A6A6A6"/>
    <a:srgbClr val="00FF00"/>
    <a:srgbClr val="31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 snapToGrid="0" snapToObjects="1" showGuides="1">
      <p:cViewPr varScale="1">
        <p:scale>
          <a:sx n="106" d="100"/>
          <a:sy n="106" d="100"/>
        </p:scale>
        <p:origin x="1548" y="108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4FB04-84D4-7D30-80EF-5D0C082EB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E4B2FEE-E0B7-B7D7-C003-F076B824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72" y="76562"/>
            <a:ext cx="8816779" cy="400110"/>
          </a:xfrm>
        </p:spPr>
        <p:txBody>
          <a:bodyPr/>
          <a:lstStyle/>
          <a:p>
            <a:r>
              <a:rPr lang="ko-KR" altLang="en-US" dirty="0">
                <a:latin typeface="+mn-ea"/>
              </a:rPr>
              <a:t>인력획득 </a:t>
            </a:r>
            <a:r>
              <a:rPr lang="en-US" altLang="ko-KR" dirty="0">
                <a:latin typeface="+mn-ea"/>
              </a:rPr>
              <a:t>DBMS </a:t>
            </a:r>
            <a:r>
              <a:rPr lang="ko-KR" altLang="en-US" dirty="0">
                <a:latin typeface="+mn-ea"/>
              </a:rPr>
              <a:t>구축방안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FDD9BB-3E91-E758-EAEA-C2DA5601D1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33AC24-2EF0-C8EA-C03B-4F426819FDF7}"/>
              </a:ext>
            </a:extLst>
          </p:cNvPr>
          <p:cNvSpPr/>
          <p:nvPr/>
        </p:nvSpPr>
        <p:spPr bwMode="auto">
          <a:xfrm>
            <a:off x="3575427" y="1111046"/>
            <a:ext cx="2795484" cy="6587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기초자료 수집</a:t>
            </a:r>
            <a:endParaRPr lang="en-US" altLang="ko-KR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1896"/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(PDA, 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tool 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087DD72-A42B-E791-995B-B549F8FE9F6C}"/>
              </a:ext>
            </a:extLst>
          </p:cNvPr>
          <p:cNvSpPr/>
          <p:nvPr/>
        </p:nvSpPr>
        <p:spPr bwMode="auto">
          <a:xfrm>
            <a:off x="3575427" y="2404180"/>
            <a:ext cx="2795484" cy="6587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인력획득처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</a:p>
          <a:p>
            <a:pPr algn="ctr" defTabSz="911896"/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수집 및 분석용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644059-DFCF-4833-C048-7A1A31DA5E95}"/>
              </a:ext>
            </a:extLst>
          </p:cNvPr>
          <p:cNvSpPr/>
          <p:nvPr/>
        </p:nvSpPr>
        <p:spPr bwMode="auto">
          <a:xfrm>
            <a:off x="3575427" y="3697314"/>
            <a:ext cx="2795484" cy="6587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육군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F47802C-B613-474A-F6EE-DDCB536BCEA6}"/>
              </a:ext>
            </a:extLst>
          </p:cNvPr>
          <p:cNvSpPr/>
          <p:nvPr/>
        </p:nvSpPr>
        <p:spPr bwMode="auto">
          <a:xfrm>
            <a:off x="3575427" y="4941670"/>
            <a:ext cx="2795484" cy="6587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국군 통합 </a:t>
            </a:r>
            <a:r>
              <a:rPr lang="en-US" altLang="ko-KR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endParaRPr lang="ko-KR" altLang="en-US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E3CD7080-17AA-5FBF-9436-843BA1A02EF4}"/>
              </a:ext>
            </a:extLst>
          </p:cNvPr>
          <p:cNvSpPr/>
          <p:nvPr/>
        </p:nvSpPr>
        <p:spPr bwMode="auto">
          <a:xfrm>
            <a:off x="4758536" y="1851018"/>
            <a:ext cx="429265" cy="471949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9CA76D2D-42BD-3AA8-1004-BD19B2313A3E}"/>
              </a:ext>
            </a:extLst>
          </p:cNvPr>
          <p:cNvSpPr/>
          <p:nvPr/>
        </p:nvSpPr>
        <p:spPr bwMode="auto">
          <a:xfrm>
            <a:off x="4758536" y="3151814"/>
            <a:ext cx="429265" cy="471949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E38B71E7-F88B-EA95-8B15-FC6C0E3089BC}"/>
              </a:ext>
            </a:extLst>
          </p:cNvPr>
          <p:cNvSpPr/>
          <p:nvPr/>
        </p:nvSpPr>
        <p:spPr bwMode="auto">
          <a:xfrm>
            <a:off x="4758535" y="4412897"/>
            <a:ext cx="429265" cy="471949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449161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99284</TotalTime>
  <Words>26</Words>
  <Application>Microsoft Office PowerPoint</Application>
  <PresentationFormat>A4 용지(210x297mm)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굴림</vt:lpstr>
      <vt:lpstr>맑은 고딕</vt:lpstr>
      <vt:lpstr>Arial</vt:lpstr>
      <vt:lpstr>Times New Roman</vt:lpstr>
      <vt:lpstr>Wingdings</vt:lpstr>
      <vt:lpstr>1_디자인 사용자 지정</vt:lpstr>
      <vt:lpstr>인력획득 DBMS 구축방안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</cp:lastModifiedBy>
  <cp:revision>6797</cp:revision>
  <cp:lastPrinted>2025-07-14T07:44:34Z</cp:lastPrinted>
  <dcterms:created xsi:type="dcterms:W3CDTF">2011-12-28T05:39:44Z</dcterms:created>
  <dcterms:modified xsi:type="dcterms:W3CDTF">2025-10-29T02:23:21Z</dcterms:modified>
</cp:coreProperties>
</file>